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191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26080" y="3017520"/>
            <a:ext cx="3291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</a:t>
            </a: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Overview  •  Frontend Basics  •  HTML Deep Dive  •  Portfolio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71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MERN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47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MERN? Why full-stack?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82112" y="12344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234440"/>
            <a:ext cx="27432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271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Frontend Basics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73552" y="1947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Browser, HTML/CSS/JS roles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2344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234440"/>
            <a:ext cx="27432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271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HTML Theory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1344" y="1947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Elements, Tags, Attributes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2743200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99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Live Coding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7764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with examples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82112" y="30632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82112" y="3063240"/>
            <a:ext cx="274320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3099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Problem Statements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73552" y="37764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Tables, Registration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9904" y="30632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3063240"/>
            <a:ext cx="27432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3099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Portfolio Build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81344" y="37764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portfolio page live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What is MERN Stack?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MERN Stack?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JavaScript technologies to build full-stack web applications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0116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16128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87452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in flexible JSON-like documents. NoSQL database.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14300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143000"/>
            <a:ext cx="201168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116128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044952" y="1188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44952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0" y="187452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Node.js framework for building APIs &amp; server logic.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114300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143000"/>
            <a:ext cx="201168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16128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221224" y="1188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21224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87452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dynamic, fast user interfaces using components.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03136" y="114300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1143000"/>
            <a:ext cx="201168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16128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397496" y="1188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97496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12864" y="187452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JavaScript on the server. The backbone of the backend.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In this training you will learn all four layers — starting with HTML (part of React/Frontend)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MERN Stack Fits Together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Response flow from browser to database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182880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737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6334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94560" y="2011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468880" y="1645920"/>
            <a:ext cx="1828800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737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26334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0" y="2011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0" y="1645920"/>
            <a:ext cx="182880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737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6334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Server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675120" y="1645920"/>
            <a:ext cx="182880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737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26334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1371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9184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JavaScript everywhere?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675888"/>
            <a:ext cx="3657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uses JavaScript on BOTH frontend and backend. One language, full product. That's the superpower.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9120" y="3291840"/>
            <a:ext cx="4297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0" y="329184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learning path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3675888"/>
            <a:ext cx="4114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→ CSS → JavaScript → React (Frontend)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Node.js → Express → MongoDB (Backend)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Frontend &amp; Web Development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Web Development?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websites and web applications that run in the browser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5603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2529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user SEES &amp; INTERACTS with.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JavaScript, React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88720"/>
            <a:ext cx="2560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2529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8288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logic, APIs, databases.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Express, MongoDB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118872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188720"/>
            <a:ext cx="25603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22529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Full-Stack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18288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do BOTH! That's the MERN Stack developer.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= The face of the application. Users judge your app by what they see first!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 of Frontend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website is built with these three technologies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69748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957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HTML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/ Skeleton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is on the page.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paragraphs, images, forms, links.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27248"/>
            <a:ext cx="25146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18688"/>
            <a:ext cx="2359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&lt;h1&gt;Hello&lt;/h1&gt;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&lt;p&gt;My website&lt;/p&gt;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11430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143000"/>
            <a:ext cx="269748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17957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CSS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73552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/ Skin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73552" y="22128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it LOOKS.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fonts, layout, animations.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73552" y="3127248"/>
            <a:ext cx="25146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218688"/>
            <a:ext cx="2359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color: blue;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32px; 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9904" y="11430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143000"/>
            <a:ext cx="26974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117957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81344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/ Muscles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81344" y="22128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it DOES.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Clicks, forms, animations, API calls.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3127248"/>
            <a:ext cx="25146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3218688"/>
            <a:ext cx="2359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button.onclick = ()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alert('Clicked!');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HTML Deep Dive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 — the skeleton of every webpage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that contains links to other pages. Click a link → go to another page. The internet is connected by hypertext.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097280"/>
            <a:ext cx="4389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09728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Language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1481328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special tags to describe and structure content. Not a programming language — it describes what things are.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26974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Analogy: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260604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00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HTML = = Blueprint / Skeleton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3063240"/>
            <a:ext cx="260604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200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CSS = = Paint &amp; Decoration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3063240"/>
            <a:ext cx="260604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3200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JS = = Electricity / Behavior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2245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tells the browser: 'Here is a heading', 'Here is a paragraph', 'Here is an image'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Structure of an HTML Page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file must follow this exact 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07008"/>
            <a:ext cx="384048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&lt;title&gt;My First Website&lt;/title&gt;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&lt;h1&gt;Hello World&lt;/h1&gt;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&lt;p&gt;This is my first HTML page.&lt;/p&gt;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97280"/>
            <a:ext cx="54864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133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0600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browser this is HTML5. Always first line.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28800"/>
            <a:ext cx="54864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65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2139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element. Wraps the entire page.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56032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560320"/>
            <a:ext cx="54864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596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8712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title, styles, scripts (not visible).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291840"/>
            <a:ext cx="54864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328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3602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shown on browser tab.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402336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4023360"/>
            <a:ext cx="54864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4334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VISIBLE content goes here — text, images, buttons.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Tags &amp; Elements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are the building blocks of HTML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55612"/>
            <a:ext cx="8412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00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78992" y="16002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89888" y="1600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91640" y="1600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World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90672" y="1600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46704" y="16002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47872" y="160020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40480" y="1600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2331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Tag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Tag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2322576"/>
            <a:ext cx="0" cy="20116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9464" y="2322576"/>
            <a:ext cx="0" cy="20116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2322576"/>
            <a:ext cx="0" cy="20116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Opening + Content + Closing = One HTML ELEMENT →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1280160"/>
            <a:ext cx="402336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344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Self-closing tags (no content): &lt;img&gt;  &lt;br&gt;  &lt;hr&gt;  &lt;input&gt;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1188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57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 to &lt;h6&gt;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55648" y="3657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72968" y="361188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657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62856" y="3657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0176" y="361188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3657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70064" y="3657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69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55648" y="4069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172968" y="402336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4069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62856" y="4069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80176" y="402336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4069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70064" y="4069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group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43484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480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 &lt;li&gt;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755648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172968" y="443484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64408" y="4480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62856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980176" y="443484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71616" y="4480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70064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&amp; Paragraphs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used HTML elements for text content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703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07008"/>
            <a:ext cx="374904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&lt;h1&gt;Main Heading&lt;/h1&gt;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&lt;h2&gt;Sub Heading&lt;/h2&gt;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&lt;h3&gt;Smaller Heading&lt;/h3&gt;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&lt;h4&gt;Even Smaller&lt;/h4&gt;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&lt;h5&gt;Small&lt;/h5&gt;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&lt;h6&gt;Smallest&lt;/h6&gt;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a paragraph.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for regular text content on a webpage.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starts on a new line automatically.&lt;/p&gt;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2062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143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41732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Heading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3440" y="186537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Heading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22128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Heading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49631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Smaller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9718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236976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29184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paragraph. Used for regular text content on a webpage.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4846320"/>
            <a:ext cx="4206240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86460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only ONE &lt;h1&gt; per page. It's the main title for SEO.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Images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web pages interactive and visual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Anchor Tag — Links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233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72768"/>
            <a:ext cx="3749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href="https://google.com"&gt;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 to Google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Open in new tab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href="https://google.com"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target="_blank"&gt;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 Google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730752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37673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destination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151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target="_blank"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4151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in new tab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4498848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5354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target="_self"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45354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tab (default)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Image Tag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41148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572768"/>
            <a:ext cx="38404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src="photo.jpg"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alt="My Photo"&gt;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From URL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src="https://site.com/img.jpg"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alt="Image from web"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width="300"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height="200"&gt;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730752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7673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767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path or URL to image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4114800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1513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4151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 if image fails to load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4498848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53542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 / height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4535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in pixels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Span &amp; Lists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content and creating lists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07008"/>
            <a:ext cx="374904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Block Container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&lt;h2&gt;My Section&lt;/h2&gt;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&lt;p&gt;Content inside div&lt;/p&gt;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Inline grouping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&lt;span style="color:red"&gt;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text&lt;/span&gt; inline.&lt;/p&gt;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Unordered List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&lt;li&gt;HTML&lt;/li&gt;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&lt;li&gt;CSS&lt;/li&gt;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&lt;li&gt;JavaScript&lt;/li&gt;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Ordered List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&lt;li&gt;First step&lt;/li&gt;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&lt;li&gt;Second step&lt;/li&gt;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97280"/>
            <a:ext cx="64008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 — Block Element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481328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Takes FULL width of page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Starts on a NEW line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to group and layout sections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Like a box / container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245059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450592"/>
            <a:ext cx="64008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542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&lt;span&gt; — Inline Element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834640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Takes only as much space as needed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start on new line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to style part of a text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Stays within the line flow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803904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803904"/>
            <a:ext cx="64008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8953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vs &lt;ol&gt;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4187952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= Unordered list (bullet points •)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&lt;ol&gt; = Ordered list (numbers 1, 2, 3)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&lt;li&gt; = Each list item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vs Inline Elements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elements take up space on the page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1605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338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Block Elements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Takes FULL width of container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Starts on a NEW line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295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set width, height, margin, padding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tags: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  &lt;p&gt;  &lt;h1&gt;–&lt;h6&gt;  &lt;ul&gt;  &lt;table&gt;  &lt;form&gt;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01568"/>
            <a:ext cx="37490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01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730752"/>
            <a:ext cx="37490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30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(new line!)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97280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338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Inline Elements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Takes ONLY content width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1947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Does NOT start on new line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0600" y="2295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Cannot set width/height directly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2651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tags: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  &lt;a&gt;  &lt;strong&gt;  &lt;em&gt;  &lt;b&gt;  &lt;i&gt;  &lt;img&gt;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401568"/>
            <a:ext cx="384048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45643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Inline1 </a:t>
            </a: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Inline2 </a:t>
            </a: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Inline3 (same line!)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Input Types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user data through various input controls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0624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07008"/>
            <a:ext cx="3931920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Text inputs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 placeholder="Name"&gt;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type="email" placeholder="Email"&gt;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type="password" placeholder="Pass"&gt;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type="number" placeholder="Age"&gt;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type="date"&gt;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Selection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type="checkbox"&gt; Agree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type="radio" name="g"&gt; Male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type="radio" name="g"&gt; Female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File &amp; Submit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type="file" accept=".pdf"&gt;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type="submit" value="Submit"&gt;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115568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521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389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— name, city, username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03720" y="1115568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11521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95160" y="1389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 with @ validation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73736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773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characters for passwords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773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95160" y="2011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only, shows spinner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359152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3957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633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 calendar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03720" y="2359152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3957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checkbox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2633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box — multiple can be selected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980944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017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— only ONE from a group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03720" y="2980944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3017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 from user device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602736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393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8770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to submit the form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736592"/>
            <a:ext cx="4023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7640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wrap inputs in &lt;form&gt; tags. Use &lt;label&gt; for accessibility.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 complete form with best practices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976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07008"/>
            <a:ext cx="402336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action="/submit" method="POST"&gt;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for="name"&gt;Full Name:&lt;/label&gt;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id="name" 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name="name" required&gt;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for="email"&gt;Email:&lt;/label&gt;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 id="email" 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name="email" required&gt;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&lt;fieldset&gt;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&lt;legend&gt;Gender&lt;/legend&gt;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type="radio" name="gender" 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value="male"&gt; Male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type="radio" name="gender"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value="female"&gt; Female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&lt;/fieldset&gt;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type="checkbox" required&gt;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agree to Terms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&lt;/label&gt;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type="submit" value="Register"&gt;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type="reset" value="Clear"&gt;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846320" y="1115568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15568"/>
            <a:ext cx="64008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2070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&amp; method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4996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= where data goes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= GET (URL) or POST (hidden)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1901952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901952"/>
            <a:ext cx="6400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9933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for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2860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'for' must match input 'id'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label focuses the input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688336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688336"/>
            <a:ext cx="64008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77977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07238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empty form submission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shows validation message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3474720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474720"/>
            <a:ext cx="6400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5661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fieldset + legend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8587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inputs visually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border and label around group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4261104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4261104"/>
            <a:ext cx="64008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435254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attribute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46451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data field sent to server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should have a name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data in rows and columns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07008"/>
            <a:ext cx="384048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&lt;th&gt;Name&lt;/th&gt;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&lt;th&gt;Age&lt;/th&gt;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&lt;th&gt;Course&lt;/th&gt;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&lt;td&gt;Priya&lt;/td&gt;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&lt;td&gt;21&lt;/td&gt;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&lt;td&gt;MERN Stack&lt;/td&gt;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&lt;td&gt;Rahul&lt;/td&gt;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&lt;td&gt;23&lt;/td&gt;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&lt;td&gt;Full Stack&lt;/td&gt;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&lt;tfoot&gt;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 colspan="3"&gt;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Total: 2 Students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&lt;/tfoot&gt;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11556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704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4447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table container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84708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0195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&lt;thead&gt;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1762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section of the table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57860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63347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&lt;tbody&gt;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9077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data rows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31012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36499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&lt;tfoot&gt;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393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row (totals, summaries)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404164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409651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370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111556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1704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14447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Header cell (bold, centered)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184708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90195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1762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Data cell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257860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263347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colspan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29077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cells horizontally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331012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36499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rowspan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36393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cells vertically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Tags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tags that describe the purpose of content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Semantic HTML?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= Meaningful. Instead of &lt;div&gt; everywhere, use tags that DESCRIBE what the content is. Helps SEO, accessibility &amp; readability.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48840"/>
            <a:ext cx="196596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037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87752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page or section. Logo, navigation.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96312" y="2148840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2148840"/>
            <a:ext cx="19659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22037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87752" y="2587752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links menu.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26864" y="2148840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148840"/>
            <a:ext cx="19659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22037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8304" y="2587752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content area. Only ONE per page.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57416" y="2148840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57416" y="2148840"/>
            <a:ext cx="196596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8856" y="22037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48856" y="2587752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content with a theme.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538728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538728"/>
            <a:ext cx="196596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935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977640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content: blog post, news.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496312" y="3538728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96312" y="3538728"/>
            <a:ext cx="1965960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35935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87752" y="3977640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Sidebar, ads, or related info.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26864" y="3538728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26864" y="3538728"/>
            <a:ext cx="19659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35935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18304" y="3977640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of page. Copyright, links.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57416" y="3538728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57416" y="3538728"/>
            <a:ext cx="196596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8856" y="35935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&lt;figure&gt;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48856" y="3977640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with caption using &lt;figcaption&gt;.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Useful HTML Tags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&lt;br&gt;, &lt;hr&gt;, &lt;strong&gt;, &lt;em&gt; and more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2491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5214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  Line Break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499616"/>
            <a:ext cx="2578608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54480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Hello&lt;br&gt;World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text to next line. No closing tag needed.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97280"/>
            <a:ext cx="272491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15214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  Horizontal Rule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1499616"/>
            <a:ext cx="2578608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554480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&lt;h2&gt;Section 1&lt;/h2&gt;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&lt;h2&gt;Section 2&lt;/h2&gt;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46120" y="2395728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horizontal divider line between sections.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097280"/>
            <a:ext cx="272491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15214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  Bold / Important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1499616"/>
            <a:ext cx="2578608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554480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&lt;strong&gt;Warning!&lt;/strong&gt;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2395728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text bold AND marks it as important for SEO.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127248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127248"/>
            <a:ext cx="2724912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8211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  Italic / Emphasis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3529584"/>
            <a:ext cx="2578608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84448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&lt;em&gt;This is emphasized&lt;/em&gt;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425696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text italic. Adds emphasis semantically.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54680" y="3127248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3127248"/>
            <a:ext cx="2724912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18211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&lt;!--comment--&gt;  Comments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27832" y="3529584"/>
            <a:ext cx="2578608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584448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This won't show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&lt;p&gt;Visible text&lt;/p&gt;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46120" y="4425696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in code invisible to users. Great for documentation.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3127248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3127248"/>
            <a:ext cx="2724912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18211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&lt;meta&gt;  Meta Tags (in head)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08192" y="3529584"/>
            <a:ext cx="2578608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584448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charset="UTF-8"&gt;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name="description"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content="My website"&gt;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26480" y="4425696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about the page. Used for SEO and character encoding.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Problem Statements 💻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1 — About Me Page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Apply: Headings, Paragraphs, Image, Link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Create a simple webpage about yourself or your hobby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Use headings for sections • Add paragraphs • Include at least one image • Add at least one link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5029200" cy="3063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11680"/>
            <a:ext cx="475488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&lt;title&gt;About Me&lt;/title&gt;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&lt;h1&gt;Hi, I'm Priya!&lt;/h1&gt;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&lt;h2&gt;About Me&lt;/h2&gt;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&lt;p&gt;I am a software developer learning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MERN Stack. I love coding and music.&lt;/p&gt;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&lt;h2&gt;My Hobby&lt;/h2&gt;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&lt;p&gt;I enjoy playing guitar in my free time.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Music helps me relax after coding!&lt;/p&gt;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src="guitar.jpg" alt="My Guitar"&gt;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&lt;h2&gt;Resources I Use&lt;/h2&gt;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href="https://developer.mozilla.org"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target="_blank"&gt;Visit MDN Docs&lt;/a&gt;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1901952"/>
            <a:ext cx="32918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19385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Output Preview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221284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I'm Priya!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25786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software developer learning MERN Stack.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0" y="312724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Hobby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3383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enjoy playing guitar in my free time.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0" y="3657600"/>
            <a:ext cx="1645920" cy="7772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🎸 guitar.jpg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0" y="44622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MDN Docs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2 — Student Details Table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Apply: Table, thead, tbody, tfoot, colspan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Create an HTML table to display student details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Name | Age | Course   •   Use thead, tbody, tfoot   •   At least 3 students   •   Show total in footer with colspan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4663440" cy="3063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11680"/>
            <a:ext cx="438912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border="1"&gt;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&lt;th&gt;Name&lt;/th&gt;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&lt;th&gt;Age&lt;/th&gt;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&lt;th&gt;Course&lt;/th&gt;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&lt;td&gt;Priya&lt;/td&gt;&lt;td&gt;21&lt;/td&gt;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&lt;td&gt;MERN Stack&lt;/td&gt;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&lt;td&gt;Arjun&lt;/td&gt;&lt;td&gt;23&lt;/td&gt;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&lt;td&gt;Full Stack Dev&lt;/td&gt;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&lt;td&gt;Sneha&lt;/td&gt;&lt;td&gt;22&lt;/td&gt;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&lt;td&gt;Frontend Dev&lt;/td&gt;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&lt;tfoot&gt;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 colspan="3"&gt;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Students: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&lt;/tfoot&gt;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1901952"/>
            <a:ext cx="36576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1938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Output Preview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2240280"/>
            <a:ext cx="3429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0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578608"/>
            <a:ext cx="34290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1808" y="2606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64808" y="2606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07808" y="2606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03520" y="2889504"/>
            <a:ext cx="34290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29169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64808" y="29169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07808" y="29169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0" y="3200400"/>
            <a:ext cx="34290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3227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64808" y="3227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07808" y="3227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03520" y="3520440"/>
            <a:ext cx="34290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3547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Students: 3 (colspan=3)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12080" y="3977640"/>
            <a:ext cx="365760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1808" y="400507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Bonus Challenge: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21808" y="42519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employee salary table with Department column and use rowspan to merge rows of same department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3 — Registration Form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Apply: All form elements, fieldset, validation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61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Registration Form for a Learning Platform with all these elements: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37360"/>
            <a:ext cx="34747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74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17739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Password, Phone (use required on Name, Email, Password)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77440"/>
            <a:ext cx="34747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24140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buttons — Male / Female / Other (only one selectable)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17520"/>
            <a:ext cx="34747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54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30540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Checkboxes — HTML, CSS, JavaScript, React, Node.js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657600"/>
            <a:ext cx="34747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794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6384" y="3694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input field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297680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297680"/>
            <a:ext cx="34747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434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" y="43342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6384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&lt;select&gt; with at least 5 countries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737360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737360"/>
            <a:ext cx="34747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1874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75504" y="17739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75504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input — accept only .pdf files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377440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377440"/>
            <a:ext cx="34747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75504" y="24140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Fieldset groups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75504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personal info and skills in separate &lt;fieldset&gt; with &lt;legend&gt;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017520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017520"/>
            <a:ext cx="34747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154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175504" y="30540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checkbox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75504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agree to Terms &amp; Conditions' — must be checked (required)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3657600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3657600"/>
            <a:ext cx="34747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3794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175504" y="3694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75504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button AND Reset button to clear form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Build a Portfolio Page 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Page — Structure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build together — live coding session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457200" cy="5760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07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/ Hero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20700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Title, Navigation links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07008"/>
            <a:ext cx="0" cy="384048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64792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64792"/>
            <a:ext cx="457200" cy="576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8562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1856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8562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bio, photo, quick facts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856232"/>
            <a:ext cx="0" cy="384048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14016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14016"/>
            <a:ext cx="457200" cy="5760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5054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25054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250545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technologies learned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505456"/>
            <a:ext cx="0" cy="384048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063240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63240"/>
            <a:ext cx="457200" cy="5760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154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31546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cards with links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3154680"/>
            <a:ext cx="0" cy="384048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712464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12464"/>
            <a:ext cx="457200" cy="5760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80390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0120" y="3803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37560" y="380390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link, LinkedIn, GitHub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46120" y="3803904"/>
            <a:ext cx="0" cy="384048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361688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361688"/>
            <a:ext cx="457200" cy="576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4531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🔻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0120" y="4453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37560" y="44531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Copyright, social links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4453128"/>
            <a:ext cx="0" cy="384048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Page — HTML Code (Part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About Me, Skills sections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5720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07008"/>
            <a:ext cx="429768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&lt;title&gt;My Portfolio&lt;/title&gt;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HEADER --&gt;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href="#about"&gt;About&lt;/a&gt;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href="#skills"&gt;Skills&lt;/a&gt;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href="#projects"&gt;Projects&lt;/a&gt;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href="#contact"&gt;Contact&lt;/a&gt;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&lt;h1&gt;Hi, I'm Priya 👋&lt;/h1&gt;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&lt;p&gt;Full-Stack Developer | MERN Stack&lt;/p&gt;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ABOUT --&gt;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id="about"&gt;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&lt;h2&gt;About Me&lt;/h2&gt;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src="profile.jpg" alt="Priya"&gt;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&lt;p&gt;I am a passionate developer building 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modern web apps with MERN Stack.&lt;/p&gt;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166360" y="1115568"/>
            <a:ext cx="3657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66360" y="1115568"/>
            <a:ext cx="6400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14996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 for top of page. Contains nav + intro.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66360" y="2075688"/>
            <a:ext cx="3657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66360" y="2075688"/>
            <a:ext cx="64008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167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&lt;nav&gt;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4597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links. Use # to link to sections on same page.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66360" y="3035808"/>
            <a:ext cx="3657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66360" y="3035808"/>
            <a:ext cx="6400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3127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id='about'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3419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IDs. &lt;a href='#about'&gt; scrolls to this section.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66360" y="3995928"/>
            <a:ext cx="3657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66360" y="3995928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4087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&lt;section&gt;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43799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content. Better than plain &lt;div&gt;.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Page — HTML Code (Part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Projects, Contact &amp; Footer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5720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07008"/>
            <a:ext cx="429768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SKILLS --&gt;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id="skills"&gt;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&lt;h2&gt;My Skills&lt;/h2&gt;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&lt;ul&gt;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&lt;li&gt;HTML5 &amp; CSS3&lt;/li&gt;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&lt;li&gt;JavaScript&lt;/li&gt;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&lt;li&gt;React.js&lt;/li&gt;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&lt;li&gt;Node.js &amp; Express&lt;/li&gt;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&lt;li&gt;MongoDB&lt;/li&gt;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&lt;/ul&gt;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PROJECTS --&gt;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id="projects"&gt;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&lt;h2&gt;My Projects&lt;/h2&gt;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&lt;article&gt;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&lt;h3&gt;E-Commerce App&lt;/h3&gt;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&lt;p&gt;Built with MERN Stack&lt;/p&gt;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href="https://github.com/priya"&gt;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View on GitHub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&lt;/article&gt;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CONTACT --&gt;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id="contact"&gt;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&lt;h2&gt;Contact Me&lt;/h2&gt;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&lt;p&gt;Email: 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href="mailto:priya@email.com"&gt;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priya@email.com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&lt;p&gt;&amp;copy; 2025 Priya. All rights reserved.&lt;/p&gt;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&lt;/footer&gt;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5166360" y="1115568"/>
            <a:ext cx="3657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66360" y="1115568"/>
            <a:ext cx="6400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&lt;article&gt;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14996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content block like a project card. Semantic &amp; good for SEO.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66360" y="2075688"/>
            <a:ext cx="3657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66360" y="2075688"/>
            <a:ext cx="64008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167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mailto: links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4597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 href='mailto:x@x.com'&gt; opens the user's email app automatically.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66360" y="3035808"/>
            <a:ext cx="3657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66360" y="3035808"/>
            <a:ext cx="6400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3127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&amp;copy;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3419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entity for © symbol. Common entities: &amp;amp; &amp;lt; &amp;gt; &amp;nbsp;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66360" y="3995928"/>
            <a:ext cx="3657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66360" y="3995928"/>
            <a:ext cx="64008" cy="8412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4087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&lt;footer&gt;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43799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of the page. Use semantic &lt;footer&gt; instead of &lt;div class='footer'&gt;.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Cheatsheet — Quick Reference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go-to reference for all key tags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0116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20116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9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179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322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523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&lt;meta&gt;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41448" y="1115568"/>
            <a:ext cx="20116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1115568"/>
            <a:ext cx="201168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1179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32888" y="15179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&lt;h1&gt;–&lt;h6&gt;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32888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32888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32888" y="2121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32888" y="2322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32888" y="2523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32888" y="2724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08576" y="1115568"/>
            <a:ext cx="20116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1115568"/>
            <a:ext cx="20116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1179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Media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0016" y="15179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href=''&gt;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0016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src='' alt=''&gt;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target='_blank'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2121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mailto: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75704" y="1115568"/>
            <a:ext cx="20116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75704" y="1115568"/>
            <a:ext cx="201168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67144" y="1179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67144" y="15179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67144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67144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035808"/>
            <a:ext cx="20116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035808"/>
            <a:ext cx="201168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099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34381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3639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type=''&gt;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3840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041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&lt;select&gt;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242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&lt;textarea&gt;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443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&lt;fieldset&gt;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645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41448" y="3035808"/>
            <a:ext cx="20116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441448" y="3035808"/>
            <a:ext cx="201168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32888" y="3099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532888" y="34381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32888" y="3639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&lt;thead&gt;&lt;tbody&gt;&lt;tfoot&gt;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32888" y="3840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532888" y="4041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32888" y="4242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532888" y="4443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colspan rowspan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08576" y="3035808"/>
            <a:ext cx="20116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08576" y="3035808"/>
            <a:ext cx="2011680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0016" y="3099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700016" y="34381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00016" y="3639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700016" y="3840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700016" y="4041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700016" y="4242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700016" y="4443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700016" y="4645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700016" y="4846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&lt;figure&gt;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775704" y="3035808"/>
            <a:ext cx="20116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775704" y="3035808"/>
            <a:ext cx="201168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67144" y="3099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867144" y="34381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867144" y="3639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867144" y="3840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class='' id=''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Great Work Today!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You've Learned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MERN Stack overview — what each letter means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Frontend vs Backend vs Full-Stack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8712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HTML, CSS, JS roles in web development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3467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HTML structure, tags, attributes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221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Headings, paragraphs, links, images, divs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Forms with all input types &amp; validation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0" y="23957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Tables with thead, tbody, tfoot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28712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Semantic HTML tags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33467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a complete Portfolio page!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46227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CSS — Make your portfolio beautiful! 🎨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4027</Words>
  <Application>Microsoft Office PowerPoint</Application>
  <PresentationFormat>On-screen Show (16:9)</PresentationFormat>
  <Paragraphs>760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Basics – MERN Stack Training</dc:title>
  <dc:subject>PptxGenJS Presentation</dc:subject>
  <dc:creator>PptxGenJS</dc:creator>
  <cp:lastModifiedBy>Rashmi Kumari</cp:lastModifiedBy>
  <cp:revision>2</cp:revision>
  <dcterms:created xsi:type="dcterms:W3CDTF">2026-06-07T18:25:53Z</dcterms:created>
  <dcterms:modified xsi:type="dcterms:W3CDTF">2026-06-07T19:10:17Z</dcterms:modified>
</cp:coreProperties>
</file>